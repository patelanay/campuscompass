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060EF6-3E3D-49C4-A392-F228F44EB5B6}">
  <a:tblStyle styleId="{CA060EF6-3E3D-49C4-A392-F228F44EB5B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22" Type="http://schemas.openxmlformats.org/officeDocument/2006/relationships/font" Target="fonts/Lato-bold.fntdata"/><Relationship Id="rId10" Type="http://schemas.openxmlformats.org/officeDocument/2006/relationships/slide" Target="slides/slide4.xml"/><Relationship Id="rId21" Type="http://schemas.openxmlformats.org/officeDocument/2006/relationships/font" Target="fonts/Lato-regular.fntdata"/><Relationship Id="rId13" Type="http://schemas.openxmlformats.org/officeDocument/2006/relationships/slide" Target="slides/slide7.xml"/><Relationship Id="rId24" Type="http://schemas.openxmlformats.org/officeDocument/2006/relationships/font" Target="fonts/Lato-boldItalic.fntdata"/><Relationship Id="rId12" Type="http://schemas.openxmlformats.org/officeDocument/2006/relationships/slide" Target="slides/slide6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Montserrat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3aeb61b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3aeb61b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3aeb61b3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3aeb61b3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3aeb61b3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3aeb61b3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3aeb61b3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3aeb61b3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3aeb61b3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3aeb61b3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3aeb61b3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83aeb61b3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3aeb61b3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83aeb61b3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3aeb61b3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83aeb61b3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3aeb61b3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83aeb61b3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103558" y="104860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CampusCompass</a:t>
            </a:r>
            <a:endParaRPr sz="51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103550" y="2867350"/>
            <a:ext cx="8520600" cy="43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Members: Anay, Giovanni, William, &amp; Ignatius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Group 4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Front End: Ignatius and Giovanni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Backend: Anay and William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Project Idea</a:t>
            </a:r>
            <a:endParaRPr sz="3500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Why is it unique?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We will include a hyperlink feature to the UF campus map to find a student’s classes, it is also an all-in-one calendar, planner, and to-do-list.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How does it </a:t>
            </a:r>
            <a:r>
              <a:rPr lang="en" sz="1600"/>
              <a:t>address</a:t>
            </a:r>
            <a:r>
              <a:rPr lang="en" sz="1600"/>
              <a:t> the challenge?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It allows students to organize their schedules and have all of their </a:t>
            </a:r>
            <a:r>
              <a:rPr lang="en" sz="1600"/>
              <a:t>information</a:t>
            </a:r>
            <a:r>
              <a:rPr lang="en" sz="1600"/>
              <a:t> in one handy website.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Description</a:t>
            </a:r>
            <a:endParaRPr sz="3100"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Languages: Python, Javascript, HTML, CSS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Frameworks: React + Tailwind CSS, Flask?, MongoDB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/>
              <a:t>Libraries/Tools: Google OAuth 2.0, 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Architecture</a:t>
            </a:r>
            <a:endParaRPr sz="3100"/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038" y="997975"/>
            <a:ext cx="5815931" cy="3835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" name="Google Shape;158;p17"/>
          <p:cNvGraphicFramePr/>
          <p:nvPr/>
        </p:nvGraphicFramePr>
        <p:xfrm>
          <a:off x="557350" y="279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{CA060EF6-3E3D-49C4-A392-F228F44EB5B6}</a:tableStyleId>
              </a:tblPr>
              <a:tblGrid>
                <a:gridCol w="2007325"/>
                <a:gridCol w="2007325"/>
                <a:gridCol w="2007325"/>
                <a:gridCol w="2007325"/>
              </a:tblGrid>
              <a:tr h="422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Risk Explanation</a:t>
                      </a:r>
                      <a:endParaRPr sz="16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Risk Probability</a:t>
                      </a:r>
                      <a:endParaRPr sz="16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Risk Effect</a:t>
                      </a:r>
                      <a:endParaRPr sz="16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Risk Category</a:t>
                      </a:r>
                      <a:endParaRPr sz="16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</a:tr>
              <a:tr h="163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Potential permission assignments can be misassigned, leading to users accessing private data or misusing features</a:t>
                      </a:r>
                      <a:endParaRPr sz="16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Medium</a:t>
                      </a:r>
                      <a:endParaRPr sz="16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High</a:t>
                      </a:r>
                      <a:endParaRPr sz="16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Critical</a:t>
                      </a:r>
                      <a:endParaRPr sz="16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</a:tr>
              <a:tr h="11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Possible data breaches due to lack of security and user privacy</a:t>
                      </a:r>
                      <a:endParaRPr sz="16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Low</a:t>
                      </a:r>
                      <a:endParaRPr sz="16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High</a:t>
                      </a:r>
                      <a:endParaRPr sz="16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Moderate</a:t>
                      </a:r>
                      <a:endParaRPr sz="16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</a:tr>
              <a:tr h="11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Improper/errors in front end and backend communication</a:t>
                      </a:r>
                      <a:endParaRPr sz="1600"/>
                    </a:p>
                  </a:txBody>
                  <a:tcPr marT="63500" marB="63500" marR="63500" marL="6350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Low</a:t>
                      </a:r>
                      <a:endParaRPr sz="1600"/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Serious</a:t>
                      </a:r>
                      <a:endParaRPr sz="19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Low</a:t>
                      </a:r>
                      <a:endParaRPr sz="16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Google Shape;163;p18"/>
          <p:cNvGraphicFramePr/>
          <p:nvPr/>
        </p:nvGraphicFramePr>
        <p:xfrm>
          <a:off x="54915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{CA060EF6-3E3D-49C4-A392-F228F44EB5B6}</a:tableStyleId>
              </a:tblPr>
              <a:tblGrid>
                <a:gridCol w="2011425"/>
                <a:gridCol w="2011425"/>
                <a:gridCol w="2011425"/>
                <a:gridCol w="2011425"/>
              </a:tblGrid>
              <a:tr h="67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Risk</a:t>
                      </a:r>
                      <a:endParaRPr sz="17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Avoidance Strategy</a:t>
                      </a:r>
                      <a:endParaRPr sz="17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Minimization</a:t>
                      </a:r>
                      <a:endParaRPr sz="17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Contingency Strategy</a:t>
                      </a:r>
                      <a:endParaRPr sz="17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</a:tr>
              <a:tr h="170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Potential permission assignments can be misassigned</a:t>
                      </a:r>
                      <a:endParaRPr sz="17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Use clear rules for administrator and student logins</a:t>
                      </a:r>
                      <a:endParaRPr sz="17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Actively check role permissions</a:t>
                      </a:r>
                      <a:endParaRPr sz="17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Revoke any permissions that are not assigned correctly</a:t>
                      </a:r>
                      <a:endParaRPr sz="17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</a:tr>
              <a:tr h="146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Data breaches due to lack of security</a:t>
                      </a:r>
                      <a:endParaRPr sz="17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Ensure minimum requirements for password</a:t>
                      </a:r>
                      <a:endParaRPr sz="17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Limit access to only users who are logged in</a:t>
                      </a:r>
                      <a:endParaRPr sz="17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Secure accounts that are compromised</a:t>
                      </a:r>
                      <a:endParaRPr sz="17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</a:tr>
              <a:tr h="106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Errors in communication</a:t>
                      </a:r>
                      <a:endParaRPr sz="17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Test data continuously</a:t>
                      </a:r>
                      <a:endParaRPr sz="17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Correct errors as they appear</a:t>
                      </a:r>
                      <a:endParaRPr sz="17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Reload the page</a:t>
                      </a:r>
                      <a:endParaRPr sz="17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User Story</a:t>
            </a:r>
            <a:endParaRPr sz="2600"/>
          </a:p>
        </p:txBody>
      </p:sp>
      <p:sp>
        <p:nvSpPr>
          <p:cNvPr id="169" name="Google Shape;169;p19"/>
          <p:cNvSpPr txBox="1"/>
          <p:nvPr>
            <p:ph idx="1" type="body"/>
          </p:nvPr>
        </p:nvSpPr>
        <p:spPr>
          <a:xfrm>
            <a:off x="1297500" y="1017725"/>
            <a:ext cx="75348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As a college student, I want to be able to save my data onto my own private account so that my privacy is protected.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-guest mode and user mode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-user mode has features while guest mode is view only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As a college student, I want to see where my classes are so that I can easily find my way to the correct location.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/>
              <a:t>-hyperlink will show location of class</a:t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" name="Google Shape;174;p20"/>
          <p:cNvGraphicFramePr/>
          <p:nvPr/>
        </p:nvGraphicFramePr>
        <p:xfrm>
          <a:off x="800050" y="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{CA060EF6-3E3D-49C4-A392-F228F44EB5B6}</a:tableStyleId>
              </a:tblPr>
              <a:tblGrid>
                <a:gridCol w="1508775"/>
                <a:gridCol w="1508775"/>
                <a:gridCol w="1508775"/>
                <a:gridCol w="1508775"/>
                <a:gridCol w="1508775"/>
              </a:tblGrid>
              <a:tr h="35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Rank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Backlog Item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Reasoning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Poker Score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Person Responsible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</a:tr>
              <a:tr h="968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Authentication system- login and sign up, storing user info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Without this the app extremely unsafe and many individuals data will be breached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8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Anay + William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</a:tr>
              <a:tr h="76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Connect to canvas API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Need this function for the app’s core purpose to work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Ignatius/Anay+William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</a:tr>
              <a:tr h="76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Calendar View- viewing month, day, and week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Need the user to be seeing stuff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13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Giovanni + Ignatius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</a:tr>
              <a:tr h="76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User permission - user and guest/viewer roles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Adds control/security 8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Anay + William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</a:tr>
              <a:tr h="76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Event Types and studying features and notifications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Enhances the users experience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8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Whole team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</a:tr>
              <a:tr h="76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6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Task sidebar, sorting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Also is an enhancement for user experience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Giovanni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Sprint 1 Backlog w/ Velocity and Capacity</a:t>
            </a:r>
            <a:endParaRPr sz="2600"/>
          </a:p>
        </p:txBody>
      </p:sp>
      <p:sp>
        <p:nvSpPr>
          <p:cNvPr id="180" name="Google Shape;180;p21"/>
          <p:cNvSpPr txBox="1"/>
          <p:nvPr>
            <p:ph idx="1" type="body"/>
          </p:nvPr>
        </p:nvSpPr>
        <p:spPr>
          <a:xfrm>
            <a:off x="949450" y="1442875"/>
            <a:ext cx="7386900" cy="35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Explain your Sprint 1 backlog with estimations of velocity and capacity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Velocity (how much work needs to be done per sprint) = total number of PBI points / 2 sprints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Velocity = 44 / 2 sprints = 22 story points per sprint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Capacity (how much work is possible per sprint) = group size * number of hours per week * 2 weeks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Capacity = 4 * 2.5 * 2 = 20 hours per sprint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This means that we should be able to meet our sprint goals every week with little to no backlog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What’s next?</a:t>
            </a:r>
            <a:endParaRPr sz="2800"/>
          </a:p>
        </p:txBody>
      </p:sp>
      <p:sp>
        <p:nvSpPr>
          <p:cNvPr id="186" name="Google Shape;186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Potential issues: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.env file clarification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Learning libraries/tools (Google OAuth)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Incorporating</a:t>
            </a:r>
            <a:r>
              <a:rPr lang="en" sz="1800"/>
              <a:t> unit testing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Next steps: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Decide APIs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Begin allocated tasks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